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C292FA-1712-4531-9330-374F51A81A43}">
  <a:tblStyle styleId="{98C292FA-1712-4531-9330-374F51A81A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be6cded8d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be6cded8d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e6cded8d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be6cded8d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e6cded8d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be6cded8d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e6cded8d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be6cded8d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e6cded8d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be6cded8d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be6cded8d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be6cded8d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be6cded8d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be6cded8d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e6cded8d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9be6cded8d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Uncertainty Quantification in Medical Image Classification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888888"/>
                </a:solidFill>
              </a:rPr>
              <a:t>Extension to Multi-Class Classification Tasks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Update: Objectives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Extend UQ methods from segmentation to multi-class classification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Evaluate performance on Chest X-Ray Pneumonia dataset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Compare Baseline, MC Dropout, Deep Ensemble, and SWAG methods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Assess calibration (ECE) and probabilistic quality (Brier score)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Analyze trade-offs between accuracy and uncertainty quantification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Chest X-Ray Pneumonia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Binary classification: Normal vs. Pneumonia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Training: 4,172 images (augmented via calibration split)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Calibration: 1,044 images (20% of training for CRC)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Test: 624 images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Image size: 224×224 (resized from original chest X-rays)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Architecture: ResNet-18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Training: 5 epochs with Adam optimizer, CPU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Results Summary</a:t>
            </a:r>
            <a:endParaRPr/>
          </a:p>
        </p:txBody>
      </p:sp>
      <p:graphicFrame>
        <p:nvGraphicFramePr>
          <p:cNvPr id="148" name="Google Shape;148;p28"/>
          <p:cNvGraphicFramePr/>
          <p:nvPr/>
        </p:nvGraphicFramePr>
        <p:xfrm>
          <a:off x="252688" y="1478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{98C292FA-1712-4531-9330-374F51A81A43}</a:tableStyleId>
              </a:tblPr>
              <a:tblGrid>
                <a:gridCol w="1727725"/>
                <a:gridCol w="1727725"/>
                <a:gridCol w="1727725"/>
                <a:gridCol w="1727725"/>
                <a:gridCol w="1727725"/>
              </a:tblGrid>
              <a:tr h="43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Method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ECE ↓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Brier Score ↓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Mean Uncertainty</a:t>
                      </a:r>
                      <a:endParaRPr sz="1100"/>
                    </a:p>
                  </a:txBody>
                  <a:tcPr marT="34300" marB="34300" marR="91450" marL="91450">
                    <a:solidFill>
                      <a:srgbClr val="4472C4"/>
                    </a:solidFill>
                  </a:tcPr>
                </a:tc>
              </a:tr>
              <a:tr h="43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Baseline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85.26%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0.0617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0.2445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—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43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MC Dropout (T=20)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86.38%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0.0538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0.2074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0.0017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43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Deep Ensemble (M=5)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88.78%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0.0340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0.1727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0.0371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43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SWAG (T=30)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82.85%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0.0996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u="none" cap="none" strike="noStrike"/>
                        <a:t>0.2745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[missing because I forgot to add a print statement for mean]</a:t>
                      </a:r>
                      <a:endParaRPr sz="11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SWAG: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Stochastic Weight Averaging-Gaussian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57200" y="1714500"/>
            <a:ext cx="8229600" cy="2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Bayesian approximation via weight-space sampling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Collects model snapshots after epoch 3 (post-annealing)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Maintains running mean and covariance of weights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Samples T=30 models from posterior for prediction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Trade-off: Lower accuracy (82.85%) but richer uncertainty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Higher ECE (0.0996) suggests miscalibration in this setup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Potential: Better uncertainty with longer training/tuning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Deep Ensemble achieves best accuracy (88.78%) and calibration (ECE=0.034)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MC Dropout improves over baseline with minimal overhead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SWAG underperforms in short training regime (5 epochs)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Calibration metrics (ECE, Brier) correlate with ensemble diversity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Classification tasks show clearer UQ benefits than segmentation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vs. 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Segmentation Performance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57200" y="1470700"/>
            <a:ext cx="8229600" cy="3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Classification: Higher baseline accuracy (85% vs. ~70% Dice)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Ensemble improvement: +3.5% accuracy (classification) vs. +5% Dice (segmentation)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Calibration: Easier to measure in classification (single prob per image)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Uncertainty quality: More interpretable in classification (class probs)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Limitation: Classification loses spatial uncertainty (segmentation strength)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Short training (5 epochs) limits SWAG performance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Conformal Risk Control not yet integrated (time constraint)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CPU-only runs → slower iteration, smaller batch sizes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Future: Extend to multi-class (&gt;2 classes), test on OCT/Brain Tumor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Future: Integrate CRC for FNR control in medical diagnosis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Future: GPU training for deeper models and hyperparameter tuning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