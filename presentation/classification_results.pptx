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Uncertainty Quantification in Medical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Extension to Multi-Class Classification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Update: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Extend UQ methods from segmentation to multi-class classification</a:t>
            </a:r>
          </a:p>
          <a:p>
            <a:pPr>
              <a:defRPr sz="1800"/>
            </a:pPr>
            <a:r>
              <a:t>Evaluate performance on Chest X-Ray Pneumonia dataset</a:t>
            </a:r>
          </a:p>
          <a:p>
            <a:pPr>
              <a:defRPr sz="1800"/>
            </a:pPr>
            <a:r>
              <a:t>Compare Baseline, MC Dropout, Deep Ensemble, and SWAG methods</a:t>
            </a:r>
          </a:p>
          <a:p>
            <a:pPr>
              <a:defRPr sz="1800"/>
            </a:pPr>
            <a:r>
              <a:t>Assess calibration (ECE) and probabilistic quality (Brier score)</a:t>
            </a:r>
          </a:p>
          <a:p>
            <a:pPr>
              <a:defRPr sz="1800"/>
            </a:pPr>
            <a:r>
              <a:t>Analyze trade-offs between accuracy and uncertainty quantification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Dataset: Chest X-Ray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Binary classification: Normal vs. Pneumonia</a:t>
            </a:r>
          </a:p>
          <a:p>
            <a:pPr>
              <a:defRPr sz="1800"/>
            </a:pPr>
            <a:r>
              <a:t>Training: 4,172 images (augmented via calibration split)</a:t>
            </a:r>
          </a:p>
          <a:p>
            <a:pPr>
              <a:defRPr sz="1800"/>
            </a:pPr>
            <a:r>
              <a:t>Calibration: 1,044 images (20% of training for CRC)</a:t>
            </a:r>
          </a:p>
          <a:p>
            <a:pPr>
              <a:defRPr sz="1800"/>
            </a:pPr>
            <a:r>
              <a:t>Test: 624 images</a:t>
            </a:r>
          </a:p>
          <a:p>
            <a:pPr>
              <a:defRPr sz="1800"/>
            </a:pPr>
            <a:r>
              <a:t>Image size: 224×224 (resized from original chest X-rays)</a:t>
            </a:r>
          </a:p>
          <a:p>
            <a:pPr>
              <a:defRPr sz="1800"/>
            </a:pPr>
            <a:r>
              <a:t>Architecture: ResNet-18 (11.2M parameters)</a:t>
            </a:r>
          </a:p>
          <a:p>
            <a:pPr>
              <a:defRPr sz="1800"/>
            </a:pPr>
            <a:r>
              <a:t>Training: 5 epochs with Adam optimizer,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Results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ECE ↓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Brier Score ↓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Mean Uncertainty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MC Dropout (T=20)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86.38%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0.0017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Deep Ensemble (M=5)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88.78%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0.0371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SWAG (T=30)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82.85%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SWAG: Stochastic Weight Averaging-Gaussian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Bayesian approximation via weight-space sampling</a:t>
            </a:r>
          </a:p>
          <a:p>
            <a:pPr>
              <a:defRPr sz="1800"/>
            </a:pPr>
            <a:r>
              <a:t>Collects model snapshots after epoch 3 (post-annealing)</a:t>
            </a:r>
          </a:p>
          <a:p>
            <a:pPr>
              <a:defRPr sz="1800"/>
            </a:pPr>
            <a:r>
              <a:t>Maintains running mean and covariance of weights</a:t>
            </a:r>
          </a:p>
          <a:p>
            <a:pPr>
              <a:defRPr sz="1800"/>
            </a:pPr>
            <a:r>
              <a:t>Samples T=30 models from posterior for prediction</a:t>
            </a:r>
          </a:p>
          <a:p>
            <a:pPr>
              <a:defRPr sz="1800"/>
            </a:pPr>
            <a:r>
              <a:t>Trade-off: Lower accuracy (82.85%) but richer uncertainty</a:t>
            </a:r>
          </a:p>
          <a:p>
            <a:pPr>
              <a:defRPr sz="1800"/>
            </a:pPr>
            <a:r>
              <a:t>Higher ECE (0.0996) suggests miscalibration in this setup</a:t>
            </a:r>
          </a:p>
          <a:p>
            <a:pPr>
              <a:defRPr sz="1800"/>
            </a:pPr>
            <a:r>
              <a:t>Potential: Better uncertainty with longer training/tuning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Deep Ensemble achieves best accuracy (88.78%) and calibration (ECE=0.034)</a:t>
            </a:r>
          </a:p>
          <a:p>
            <a:pPr>
              <a:defRPr sz="1800"/>
            </a:pPr>
            <a:r>
              <a:t>MC Dropout improves over baseline with minimal overhead</a:t>
            </a:r>
          </a:p>
          <a:p>
            <a:pPr>
              <a:defRPr sz="1800"/>
            </a:pPr>
            <a:r>
              <a:t>SWAG underperforms in short training regime (5 epochs)</a:t>
            </a:r>
          </a:p>
          <a:p>
            <a:pPr>
              <a:defRPr sz="1800"/>
            </a:pPr>
            <a:r>
              <a:t>Calibration metrics (ECE, Brier) correlate with ensemble diversity</a:t>
            </a:r>
          </a:p>
          <a:p>
            <a:pPr>
              <a:defRPr sz="1800"/>
            </a:pPr>
            <a:r>
              <a:t>Classification tasks show clearer UQ benefits than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vs. Segmentation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Classification: Higher baseline accuracy (85% vs. ~70% Dice)</a:t>
            </a:r>
          </a:p>
          <a:p>
            <a:pPr>
              <a:defRPr sz="1800"/>
            </a:pPr>
            <a:r>
              <a:t>Ensemble improvement: +3.5% accuracy (classification) vs. +5% Dice (segmentation)</a:t>
            </a:r>
          </a:p>
          <a:p>
            <a:pPr>
              <a:defRPr sz="1800"/>
            </a:pPr>
            <a:r>
              <a:t>Calibration: Easier to measure in classification (single prob per image)</a:t>
            </a:r>
          </a:p>
          <a:p>
            <a:pPr>
              <a:defRPr sz="1800"/>
            </a:pPr>
            <a:r>
              <a:t>Uncertainty quality: More interpretable in classification (class probs)</a:t>
            </a:r>
          </a:p>
          <a:p>
            <a:pPr>
              <a:defRPr sz="1800"/>
            </a:pPr>
            <a:r>
              <a:t>Runtime: Classification inference ~10× faster per sample</a:t>
            </a:r>
          </a:p>
          <a:p>
            <a:pPr>
              <a:defRPr sz="1800"/>
            </a:pPr>
            <a:r>
              <a:t>Limitation: Classification loses spatial uncertainty (segmentation strength)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Short training (5 epochs) limits SWAG performance</a:t>
            </a:r>
          </a:p>
          <a:p>
            <a:pPr>
              <a:defRPr sz="1800"/>
            </a:pPr>
            <a:r>
              <a:t>Conformal Risk Control not yet integrated (time constraint)</a:t>
            </a:r>
          </a:p>
          <a:p>
            <a:pPr>
              <a:defRPr sz="1800"/>
            </a:pPr>
            <a:r>
              <a:t>CPU-only runs → slower iteration, smaller batch sizes</a:t>
            </a:r>
          </a:p>
          <a:p>
            <a:pPr>
              <a:defRPr sz="1800"/>
            </a:pPr>
            <a:r>
              <a:t>Future: Extend to multi-class (&gt;2 classes), test on OCT/Brain Tumor</a:t>
            </a:r>
          </a:p>
          <a:p>
            <a:pPr>
              <a:defRPr sz="1800"/>
            </a:pPr>
            <a:r>
              <a:t>Future: Integrate CRC for FNR control in medical diagnosis</a:t>
            </a:r>
          </a:p>
          <a:p>
            <a:pPr>
              <a:defRPr sz="1800"/>
            </a:pPr>
            <a:r>
              <a:t>Future: GPU training for deeper models and hyperparameter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